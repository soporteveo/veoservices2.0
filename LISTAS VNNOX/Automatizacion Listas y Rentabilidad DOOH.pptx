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El proyecto convierte tres pasos manuales en un solo flujo: ingreso, revisión y rentabilidad.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era la falta de datos: era que el mismo dato se escribía tres veces y la rentabilidad solo aparecía al cierre del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corazón del proyecto: ingreso, revisión y rentabilidad. Cada etapa tiene su herramienta y su responsable.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formulario de ingreso: un solo lugar donde entra la OP. Lee el archivo de comercial, calcula los valores y avisa de la capacidad.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por pantalla: sublistas, ocupación y horario. Aquí es donde se decide si una campaña cabe o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revisión es el control de calidad del dato. Soporte Comercial confirma o ajusta; solo entonces la OP entra al Excel de rentabilidad.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Trazabilidad: cada OP se encuentra, cada cambio avisa y cada ingreso deja constancia con correlativo.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tablero de rentabilidad lee el mismo Excel de siempre y lo convierte en indicadores. Nada se digita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informe es el entregable: un PDF con membrete que se genera con las fechas que pida gerencia, en el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clave para gerencia: la versión actual es totalmente funcional y ya opera con datos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construido no es solo un tablero: es el motor. Integrarlo a los módulos de VEO Services es el paso siguiente. La versión actual sigue operando mientras tanto.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el tagline de la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1737360" cy="35753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8745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de listas</a:t>
            </a:r>
            <a:endParaRPr lang="en-US" sz="41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rentabilidad DOOH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566928" y="3858768"/>
            <a:ext cx="274320" cy="274320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42416" y="380390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OP que envía comercial al informe de rentabilidad en tiempo real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074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herramientas en uso · 8 pantallas · 227 órdenes de pauta registradas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0533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a Gerencia · Departamento de Diseño · agosto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10896"/>
            <a:ext cx="868680" cy="17922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74320"/>
            <a:ext cx="9930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trabajaba hasta ahora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841248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dato se escribía tres veces, en tres archivos distintos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66928" y="1572768"/>
            <a:ext cx="5989320" cy="713232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" y="1746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435608" y="1673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435608" y="19568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envía la OP en PDF o Excel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2395728"/>
            <a:ext cx="5989320" cy="713232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" y="25694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435608" y="2496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VNNOX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435608" y="27797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digita a mano la campaña en la lista de reproducción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3218688"/>
            <a:ext cx="5989320" cy="713232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" y="339242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1435608" y="3319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de listas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1435608" y="36027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vuelve a digitar para saber qué está al aire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4041648"/>
            <a:ext cx="5989320" cy="713232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" y="42153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1435608" y="4142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de rentabilidad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1435608" y="44256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vuelve a digitar para saber cuánto vale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66928" y="4864608"/>
            <a:ext cx="5989320" cy="713232"/>
          </a:xfrm>
          <a:prstGeom prst="rect">
            <a:avLst/>
          </a:prstGeom>
          <a:solidFill>
            <a:srgbClr val="F4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6384" y="503834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3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1435608" y="4965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mes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1435608" y="5248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entonces se sabe la rentabilidad real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967728" y="1572768"/>
            <a:ext cx="4626864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242048" y="172821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242048" y="22677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veces se escribía el mismo dato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967728" y="2852928"/>
            <a:ext cx="4626864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242048" y="300837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7242048" y="35478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rastro de quién cambió un valor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967728" y="4133088"/>
            <a:ext cx="4626864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242048" y="428853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días</a:t>
            </a:r>
            <a:endParaRPr lang="en-US" sz="3000" dirty="0"/>
          </a:p>
        </p:txBody>
      </p:sp>
      <p:sp>
        <p:nvSpPr>
          <p:cNvPr id="33" name="Text 30"/>
          <p:cNvSpPr txBox="1"/>
          <p:nvPr/>
        </p:nvSpPr>
        <p:spPr>
          <a:xfrm>
            <a:off x="7242048" y="48280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espera para ver la rentabilidad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967728" y="5413248"/>
            <a:ext cx="4626864" cy="969264"/>
          </a:xfrm>
          <a:prstGeom prst="rect">
            <a:avLst/>
          </a:prstGeom>
          <a:solidFill>
            <a:srgbClr val="1B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42048" y="554126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«El conocimiento vive en la plataforma,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 las personas.»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7242048" y="60899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 marca VEO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10896"/>
            <a:ext cx="868680" cy="17922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74320"/>
            <a:ext cx="9930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nuevo: tres etapas, un solo dato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841248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 se escribe una sola vez y de ahí en adelante todo se calcula solo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66928" y="1691640"/>
            <a:ext cx="3523488" cy="3246120"/>
          </a:xfrm>
          <a:prstGeom prst="rect">
            <a:avLst/>
          </a:prstGeom>
          <a:solidFill>
            <a:srgbClr val="2532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" y="1938528"/>
            <a:ext cx="274320" cy="274320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16736" y="18836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AE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432304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743200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DOOH - Producción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3255264"/>
            <a:ext cx="2901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ingresa la OP: cliente, vigencia, spots por pantalla, valores y modalidad. Queda armada la lista de reproducción y se emite la constancia.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9016" y="1691640"/>
            <a:ext cx="3523488" cy="3246120"/>
          </a:xfrm>
          <a:prstGeom prst="rect">
            <a:avLst/>
          </a:prstGeom>
          <a:solidFill>
            <a:srgbClr val="2532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29912" y="1938528"/>
            <a:ext cx="274320" cy="274320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68824" y="18836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AE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629912" y="2432304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· SOLO LECTURA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629912" y="2743200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Comercial DOOH</a:t>
            </a:r>
            <a:endParaRPr lang="en-US" sz="1650" dirty="0"/>
          </a:p>
        </p:txBody>
      </p:sp>
      <p:sp>
        <p:nvSpPr>
          <p:cNvPr id="16" name="Text 13"/>
          <p:cNvSpPr txBox="1"/>
          <p:nvPr/>
        </p:nvSpPr>
        <p:spPr>
          <a:xfrm>
            <a:off x="4629912" y="3255264"/>
            <a:ext cx="2901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Comercial revisa la información, ajusta un valor si hace falta y pulsa Rentabilizar. Nada llega al Excel sin pasar por aquí.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71104" y="1691640"/>
            <a:ext cx="3523488" cy="3246120"/>
          </a:xfrm>
          <a:prstGeom prst="rect">
            <a:avLst/>
          </a:prstGeom>
          <a:solidFill>
            <a:srgbClr val="2532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82000" y="1938528"/>
            <a:ext cx="274320" cy="274320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820912" y="18836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AE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382000" y="2432304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382000" y="2743200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 DOOH</a:t>
            </a:r>
            <a:endParaRPr lang="en-US" sz="1650" dirty="0"/>
          </a:p>
        </p:txBody>
      </p:sp>
      <p:sp>
        <p:nvSpPr>
          <p:cNvPr id="22" name="Text 19"/>
          <p:cNvSpPr txBox="1"/>
          <p:nvPr/>
        </p:nvSpPr>
        <p:spPr>
          <a:xfrm>
            <a:off x="8382000" y="3255264"/>
            <a:ext cx="2901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fila entra al Excel y el tablero se actualiza al instante: ingresos, valor por spot, ranking de pantallas e informe en PDF.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66928" y="5175504"/>
            <a:ext cx="11027664" cy="1115568"/>
          </a:xfrm>
          <a:prstGeom prst="rect">
            <a:avLst/>
          </a:prstGeom>
          <a:solidFill>
            <a:srgbClr val="2532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96112" y="5468112"/>
            <a:ext cx="137160" cy="137160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133856" y="539496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archivo de datos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33856" y="5687568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compartido en la unidad de Drive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488436" y="5468112"/>
            <a:ext cx="137160" cy="137160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726180" y="539496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instalar nada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726180" y="5687568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tableros son un archivo HTML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080760" y="5468112"/>
            <a:ext cx="137160" cy="137160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18504" y="539496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servidor ni nube externa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318504" y="5687568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información no sale de Veo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673084" y="5468112"/>
            <a:ext cx="137160" cy="137160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910828" y="539496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por rol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910828" y="5687568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ingresa y quién revisa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10896"/>
            <a:ext cx="868680" cy="17922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74320"/>
            <a:ext cx="9930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DOOH - Producción · el ingreso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841248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que la OP se escriba una sola vez y quede bien escrita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3529584" cy="4389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407408" y="1636776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66344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desde el archivo de comercial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1847088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elige el PDF o el Excel de la OP y los campos se llenan solos.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407408" y="2414016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663440" y="2331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lo que antes se sacaba a mano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4663440" y="2624328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por día, spots de toda la vigencia, valor por spot y valor total.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407408" y="3191256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63440" y="31089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 antes de sobrevender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401568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la sublista que le toca a cada pantalla y cuántos spots quedarían libres.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407408" y="3968496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63440" y="3886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la modalidad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4178808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comercial, donación, canje, dación o bonificación — el dato que explica una OP sin valores.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07408" y="4745736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663440" y="4663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 constancia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4663440" y="4956048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ingreso emite una constancia con correlativo, para uso interno.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407408" y="5541264"/>
            <a:ext cx="7187184" cy="786384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681728" y="574243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antes eran cuatro archivos y tres digitaciones, aquí es una sola pantalla.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10896"/>
            <a:ext cx="868680" cy="17922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74320"/>
            <a:ext cx="9930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DOOH - Producción · las 8 pantallas al día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841248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ver la ocupación real de la red y decidir con el dato a la vista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7607808" cy="45262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394192" y="1517904"/>
            <a:ext cx="3200400" cy="1042416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13648" y="1636776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 y capacidad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8613648" y="1929384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qué hora enciende y apaga cada pantalla, y cuántos spots caben al día.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394192" y="2670048"/>
            <a:ext cx="3200400" cy="1042416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13648" y="278892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Sublistas con su ocupación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8613648" y="3081528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sublista muestra sus spots comprometidos y los que quedan libres.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394192" y="3822192"/>
            <a:ext cx="3200400" cy="1042416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613648" y="3941064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Sugerencia de horario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8613648" y="4233672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sobran spots, propone reducir horas y calcula el ahorro.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94192" y="4974336"/>
            <a:ext cx="3200400" cy="1042416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613648" y="509320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cada campaña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8613648" y="5385816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activa, por vencer, pausada, programada o finalizada, con los días que faltan.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66928" y="6144768"/>
            <a:ext cx="11027664" cy="457200"/>
          </a:xfrm>
          <a:prstGeom prst="rect">
            <a:avLst/>
          </a:prstGeom>
          <a:solidFill>
            <a:srgbClr val="1B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campañas · 8 pantallas · 70,875 spots de capacidad diaria · la ocupación se recalcula al guardar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10896"/>
            <a:ext cx="868680" cy="17922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74320"/>
            <a:ext cx="9930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Comercial DOOH · la etapa de revisión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841248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que nada llegue al Excel de rentabilidad sin que alguien lo confirme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27664" cy="223113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3858768"/>
            <a:ext cx="3438144" cy="254203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66928" y="3986784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22960" y="39044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Comercial revisa, no reescribe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822960" y="419709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todo el tablero, pero no puede agregar OP nuevas ni moverlas de lista de reproducción.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566928" y="4645152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22960" y="45628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puede ajustar el dinero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22960" y="48554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 valor viene mal, se corrige aquí y Producción recibe el aviso del cambio.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66928" y="5303520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22960" y="522122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Rentabilizar escribe una sola fila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822960" y="55138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resto del libro —fórmulas, formatos y la otra hoja— se copia tal cual.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6928" y="5961888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2960" y="5879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modalidad viaja con la OP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61722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donación, canje, dación o bonificación quedan escritas en la columna que les toca.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10896"/>
            <a:ext cx="868680" cy="17922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74320"/>
            <a:ext cx="9930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Comercial DOOH · trazabilidad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841248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que cualquier OP se pueda encontrar, y que todo cambio deje rastro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8138160" cy="260604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4" y="1444752"/>
            <a:ext cx="2084832" cy="31546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796528" y="4663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Constancia de ingreso · correlativo y valores</a:t>
            </a:r>
            <a:endParaRPr lang="en-US" sz="950" dirty="0"/>
          </a:p>
        </p:txBody>
      </p:sp>
      <p:sp>
        <p:nvSpPr>
          <p:cNvPr id="8" name="Shape 3"/>
          <p:cNvSpPr/>
          <p:nvPr/>
        </p:nvSpPr>
        <p:spPr>
          <a:xfrm>
            <a:off x="566928" y="4279392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22960" y="41970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en las listas y en el histórico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822960" y="44805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227 OP del Excel de rentabilidad quedan disponibles por nombre de cliente o de campaña.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66928" y="4846320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22960" y="47640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o eliminar, con aviso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50474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Soporte Comercial cambia un valor o da de baja una OP, Producción lo ve como una solicitud pendiente.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66928" y="5413248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22960" y="53309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campaña sigue al aire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822960" y="561441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eliminarla del registro no la baja de VNNOX: Producción decide cuándo retirarla de la lista.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66928" y="5980176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22960" y="5897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antes de tocar el Excel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618134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eliminar una OP se consulta si además debe salir del Excel de rentabilidad.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10896"/>
            <a:ext cx="868680" cy="17922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74320"/>
            <a:ext cx="9930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 DOOH · el tablero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841248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saber hoy cuánto vale la red, sin esperar al cierre de mes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7863840" cy="44348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50224" y="1481328"/>
            <a:ext cx="2944368" cy="896112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869680" y="159105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$320,290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2011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del período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650224" y="2487168"/>
            <a:ext cx="2944368" cy="896112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869680" y="25968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227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869680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de pauta leídas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650224" y="3493008"/>
            <a:ext cx="2944368" cy="896112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869680" y="36027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$0.0530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8869680" y="4023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promedio por spot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650224" y="4498848"/>
            <a:ext cx="2944368" cy="896112"/>
          </a:xfrm>
          <a:prstGeom prst="rect">
            <a:avLst/>
          </a:prstGeom>
          <a:solidFill>
            <a:srgbClr val="E8F6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869680" y="46085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8869680" y="5029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con pauta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650224" y="5541264"/>
            <a:ext cx="2944368" cy="585216"/>
          </a:xfrm>
          <a:prstGeom prst="rect">
            <a:avLst/>
          </a:prstGeom>
          <a:solidFill>
            <a:srgbClr val="1B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869680" y="5733288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125712" y="56144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filtra por período,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y modalidad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56692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el Excel de rentabilidad y separa lo comercial de la donación, el canje, la dación y la bonificación, para que «sin tarifar» signifique de verdad una OP pendiente de precio.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10896"/>
            <a:ext cx="868680" cy="17922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74320"/>
            <a:ext cx="9930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 DOOH · evolución e informe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841248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entregar el número sin que nadie tenga que pedirlo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7863840" cy="264261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1444752"/>
            <a:ext cx="2798064" cy="2514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503920" y="40599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rentabilidad DOOH · PDF con membrete</a:t>
            </a:r>
            <a:endParaRPr lang="en-US" sz="950" dirty="0"/>
          </a:p>
        </p:txBody>
      </p:sp>
      <p:sp>
        <p:nvSpPr>
          <p:cNvPr id="8" name="Shape 3"/>
          <p:cNvSpPr/>
          <p:nvPr/>
        </p:nvSpPr>
        <p:spPr>
          <a:xfrm>
            <a:off x="566928" y="4389120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22960" y="43068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mensual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822960" y="45902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y valor por spot mes a mes, con el mejor mes señalado.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66928" y="4937760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22960" y="48554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calor pantalla × mes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51389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y cuándo entra el dinero, de un vistazo.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66928" y="5486400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22960" y="54041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en PDF, con las fechas que se elijan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822960" y="56875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con el nombre «Informe de rentabilidad DOOH» y el rango del período.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66928" y="6035040"/>
            <a:ext cx="146304" cy="14630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22960" y="59527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Respeta los filtros del tablero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62362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se filtra una pantalla o una modalidad, el informe sale igual de filtrado.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10896"/>
            <a:ext cx="868680" cy="17922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74320"/>
            <a:ext cx="9930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cambia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841248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equipo, el mismo Excel de siempre — otro proceso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4443984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101584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" y="1847088"/>
            <a:ext cx="11027664" cy="658368"/>
          </a:xfrm>
          <a:prstGeom prst="rect">
            <a:avLst/>
          </a:prstGeom>
          <a:solidFill>
            <a:srgbClr val="F5F9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2039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se escribe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443984" y="2039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veces, en tres archivos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101584" y="2103120"/>
            <a:ext cx="128016" cy="128016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39328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vez, al ingresar la OP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752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rentabilidad se sabe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443984" y="2752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cierre de mes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101584" y="2816352"/>
            <a:ext cx="128016" cy="128016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39328" y="2752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momento en que se rentabiliza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3273552"/>
            <a:ext cx="11027664" cy="658368"/>
          </a:xfrm>
          <a:prstGeom prst="rect">
            <a:avLst/>
          </a:prstGeom>
          <a:solidFill>
            <a:srgbClr val="F5F9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" y="34655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de valor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443984" y="3465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pierde entre versiones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101584" y="3529584"/>
            <a:ext cx="128016" cy="128016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39328" y="3465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un aviso y queda registrado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4178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ocupación de una pantalla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443984" y="4178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calcula a mano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101584" y="4242816"/>
            <a:ext cx="128016" cy="128016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39328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recalcula sola al guardar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6928" y="4700016"/>
            <a:ext cx="11027664" cy="658368"/>
          </a:xfrm>
          <a:prstGeom prst="rect">
            <a:avLst/>
          </a:prstGeom>
          <a:solidFill>
            <a:srgbClr val="F5F9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6384" y="4892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conocimiento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443984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en quien lo hace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101584" y="4956048"/>
            <a:ext cx="128016" cy="128016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39328" y="4892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en el sistema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66928" y="5504688"/>
            <a:ext cx="11027664" cy="969264"/>
          </a:xfrm>
          <a:prstGeom prst="rect">
            <a:avLst/>
          </a:prstGeom>
          <a:solidFill>
            <a:srgbClr val="1B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7824" y="5815584"/>
            <a:ext cx="237744" cy="237744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261872" y="5669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versión ya está funcionando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261872" y="599846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4D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herramientas están en uso con los datos reales de las 8 pantallas: 102 campañas en las listas y 227 órdenes en el Excel de rentabilidad. No es un prototipo ni una maqueta.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10896"/>
            <a:ext cx="868680" cy="17922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74320"/>
            <a:ext cx="9930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paso: los módulos de VEO Services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841248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versión actual opera hoy; la integración es una ampliación, no un reemplazo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66928" y="1664208"/>
            <a:ext cx="5486400" cy="3127248"/>
          </a:xfrm>
          <a:prstGeom prst="rect">
            <a:avLst/>
          </a:prstGeom>
          <a:solidFill>
            <a:srgbClr val="2532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1901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YA ESTÁ RESUELTO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96112" y="2368296"/>
            <a:ext cx="128016" cy="128016"/>
          </a:xfrm>
          <a:prstGeom prst="rect">
            <a:avLst/>
          </a:prstGeom>
          <a:solidFill>
            <a:srgbClr val="4A7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33856" y="228600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datos con un solo archivo compartido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96112" y="2843784"/>
            <a:ext cx="128016" cy="128016"/>
          </a:xfrm>
          <a:prstGeom prst="rect">
            <a:avLst/>
          </a:prstGeom>
          <a:solidFill>
            <a:srgbClr val="4A7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33856" y="276148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y escritura del Excel sin romper fórmulas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96112" y="3319272"/>
            <a:ext cx="128016" cy="128016"/>
          </a:xfrm>
          <a:prstGeom prst="rect">
            <a:avLst/>
          </a:prstGeom>
          <a:solidFill>
            <a:srgbClr val="4A7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33856" y="323697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 en PDF con el membrete de la marca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6112" y="3794760"/>
            <a:ext cx="128016" cy="128016"/>
          </a:xfrm>
          <a:prstGeom prst="rect">
            <a:avLst/>
          </a:prstGeom>
          <a:solidFill>
            <a:srgbClr val="4A7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33856" y="371246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Constancias con correlativo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96112" y="4270248"/>
            <a:ext cx="128016" cy="128016"/>
          </a:xfrm>
          <a:prstGeom prst="rect">
            <a:avLst/>
          </a:prstGeom>
          <a:solidFill>
            <a:srgbClr val="4A7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33856" y="418795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de permisos: quién ingresa y quién revisa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27648" y="1664208"/>
            <a:ext cx="5266944" cy="3127248"/>
          </a:xfrm>
          <a:prstGeom prst="rect">
            <a:avLst/>
          </a:prstGeom>
          <a:solidFill>
            <a:srgbClr val="2532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56832" y="19019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AE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HABILITA EN VEO SERVICES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656832" y="2368296"/>
            <a:ext cx="128016" cy="128016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94576" y="2286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pauta y ocupación de la red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56832" y="2843784"/>
            <a:ext cx="128016" cy="128016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94576" y="27614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rentabilidad por pantalla y por cliente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656832" y="3319272"/>
            <a:ext cx="128016" cy="128016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94576" y="32369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Constancias y reportes hacia el cliente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656832" y="3794760"/>
            <a:ext cx="128016" cy="128016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94576" y="37124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consultable de toda la operación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656832" y="4270248"/>
            <a:ext cx="128016" cy="128016"/>
          </a:xfrm>
          <a:prstGeom prst="rect">
            <a:avLst/>
          </a:prstGeom>
          <a:solidFill>
            <a:srgbClr val="BAEB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94576" y="41879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documentada, lista para revisión externa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66928" y="5047488"/>
            <a:ext cx="11027664" cy="1243584"/>
          </a:xfrm>
          <a:prstGeom prst="rect">
            <a:avLst/>
          </a:prstGeom>
          <a:solidFill>
            <a:srgbClr val="1119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2688" y="5266944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«Operación documentada en sistema: lista para revisión externa sin preparación previa. El conocimiento vive en la plataforma, no en las personas.»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32688" y="587044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 marca VEO 2026 · segmento inversor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1463040" cy="3017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0848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Visible.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9992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Verificable.</a:t>
            </a:r>
            <a:endParaRPr lang="en-US" sz="56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9136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AEB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VEO.</a:t>
            </a:r>
            <a:endParaRPr lang="en-US" sz="56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285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muestras importa.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851392" y="6071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veo.com.sv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Automatización de listas y rentabilidad DOOH</dc:title>
  <dc:subject>PptxGenJS Presentation</dc:subject>
  <dc:creator>Veo</dc:creator>
  <cp:lastModifiedBy>Veo</cp:lastModifiedBy>
  <cp:revision>1</cp:revision>
  <dcterms:created xsi:type="dcterms:W3CDTF">2026-08-31T05:21:23Z</dcterms:created>
  <dcterms:modified xsi:type="dcterms:W3CDTF">2026-08-31T05:21:23Z</dcterms:modified>
</cp:coreProperties>
</file>